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Telco Customer</a:t>
            </a:r>
            <a:br/>
            <a:r>
              <a:t>Churn Analysis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F2D3D"/>
                </a:solidFill>
              </a:defRPr>
            </a:pPr>
            <a:r>
              <a:t>Understanding why customers leave</a:t>
            </a:r>
            <a:br/>
            <a:r>
              <a:t>and how to improve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Customer churn reduces recurring revenue and increases customer acquisition costs.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goal of this project is to identify customer segments with higher churn risk.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analysis focuses on tenure, contract type, services, payment methods, and customer charges.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final objective is to provide practical retention actions for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2.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423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</a:defRPr>
            </a:pPr>
            <a:r>
              <a:t>7,043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37D"/>
                </a:solidFill>
              </a:defRPr>
            </a:pPr>
            <a:r>
              <a:t>Original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423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7276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</a:defRPr>
            </a:pPr>
            <a:r>
              <a:t>7,032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0756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37D"/>
                </a:solidFill>
              </a:defRPr>
            </a:pPr>
            <a:r>
              <a:t>Cleaned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2423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37D"/>
                </a:solidFill>
              </a:defRPr>
            </a:pPr>
            <a:r>
              <a:t>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17320"/>
            <a:ext cx="24231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57276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0756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37D"/>
                </a:solidFill>
              </a:defRPr>
            </a:pPr>
            <a:r>
              <a:t>Records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Customer demographics: gender, senior-citizen status, partner, dependents.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Services: phone, internet, security, backup, device protection, technical support and streaming.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Account information: tenure, contract, billing, payment method, monthly and total charges.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Target variable: Churn (Yes/No).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Inspected dimensions, column names, data types, missing values and duplicates.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Identified blank values in TotalCharges.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Converted TotalCharges from object to a numerical data type.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Removed 11 records with invalid/missing TotalCharges values.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Checked for duplicate records; no duplicates were identified.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Final dataset: 7,032 rows × 21 columns, ready for 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4. Churn Overview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371600"/>
          <a:ext cx="5669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828800"/>
            <a:ext cx="4297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9737D"/>
                </a:solidFill>
              </a:defRPr>
            </a:pPr>
            <a:r>
              <a:t>Overall churn rate</a:t>
            </a:r>
          </a:p>
          <a:p>
            <a:pPr>
              <a:defRPr sz="4000" b="1">
                <a:solidFill>
                  <a:srgbClr val="1F2D3D"/>
                </a:solidFill>
              </a:defRPr>
            </a:pPr>
            <a:r>
              <a:t>26.6%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1,869 of 7,043 customers churned in the original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5. Contract Type &amp; Retention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2588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Month-to-month customers have substantially higher churn than customers on longer contracts.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Longer contracts are associated with stronger customer retention.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Management should encourage longer-term contracts through suitable incentives and value-added offers.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6. Tenure &amp;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Customers with shorter tenure are more vulnerable to churn.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0–12 month tenure group showed a churn rate of approximately 47.7%.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This suggests that the early customer lifecycle is a critical retention period.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A structured onboarding and early-engagement program could help reduce early churn.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4206240"/>
            <a:ext cx="411480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4407408"/>
            <a:ext cx="3749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t>0–12 months: ~47.7%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7.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Target month-to-month customers with personalized retention offers before renewal or cancellation.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Strengthen onboarding and customer engagement during the first 12 months.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Use contract incentives to encourage customers to move to one-year or two-year plans.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Monitor high-risk customer segments using churn dashboards and regular reporting.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Improve the value proposition for customers with higher charges or limited service bundles.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Use customer-level churn indicators to prioritize proactive retention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cleaned dataset provides a reliable foundation for customer churn analysis.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Contract type and customer tenure are important factors associated with retention.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Customers on month-to-month contracts and customers in their first year represent important retention opportunities.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Data-driven retention strategies can help management reduce churn and protect recurring revenue.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next step is to operationalize these insights through dashboards and targeted retention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2D3D"/>
                </a:solidFill>
              </a:defRPr>
            </a:pPr>
            <a:r>
              <a:t>Telco Customer Churn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9737D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